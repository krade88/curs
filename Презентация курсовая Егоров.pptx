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88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39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13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4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00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65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83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68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81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82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662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5697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182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16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681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479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57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702127A-3A6E-4D66-91C4-F7AD39500ECD}" type="datetimeFigureOut">
              <a:rPr lang="ru-RU" smtClean="0"/>
              <a:t>05.04.2022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E949-5BB0-4133-8956-C9F1893FE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19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4426" y="192472"/>
            <a:ext cx="770916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ДЕПАРТАМЕНТ ОБРАЗОВАНИЯ И НАУКИ ГОРОДА МОСКВЫ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Г. МОСКВЫ 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«КОЛЛЕДЖ ПРЕДПРИНИМАТЕЛЬСТВА №11»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 ИНФОРМАЦИОННО–КОММУНИКАЦИОННЫХ ТЕХНОЛОГИЙ 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3943" y="2193020"/>
            <a:ext cx="32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22402" y="2914185"/>
            <a:ext cx="75026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информационной системы "Учет услуг спортивного клуба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24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/>
              <a:t/>
            </a:r>
            <a:br>
              <a:rPr lang="ru-RU" sz="2400" dirty="0" smtClean="0"/>
            </a:b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9959" y="4778343"/>
            <a:ext cx="376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ИСиП-25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13596" y="4775136"/>
            <a:ext cx="1350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Егоров А.Е.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05637" y="5451234"/>
            <a:ext cx="1695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91149" y="5266568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Диянов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В.В.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90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959" y="1252009"/>
            <a:ext cx="10943897" cy="4773832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курсовой работы является разработка веб-сайта для спортивного клуба, который предоставляет разнообразные услуги для пользователя.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выполнения работы необходимо решить следующие задачи: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Составить описание требований к разрабатываемому решению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аналогов разрабатываемого решения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описание вариантов решения проблемы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разработку проекта решений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инструменты или средства для реализации проекта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реализацию проекта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тестирование проекта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Выпустить в эксплуатацию 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88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4324" y="90159"/>
            <a:ext cx="10515600" cy="1325563"/>
          </a:xfrm>
        </p:spPr>
        <p:txBody>
          <a:bodyPr/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разрабатываемому решению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4324" y="752940"/>
            <a:ext cx="10515600" cy="4351338"/>
          </a:xfrm>
        </p:spPr>
        <p:txBody>
          <a:bodyPr>
            <a:noAutofit/>
          </a:bodyPr>
          <a:lstStyle/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с любого устройства.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Удобное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администрирование сайта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персоналом</a:t>
            </a:r>
          </a:p>
          <a:p>
            <a:pPr fontAlgn="base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степень защиты от взлома и различных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расширения функциональности системы. 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регистрации, а также дальнейшее управление своим личным кабинетом.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заказать или оплатить услугу. 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связи между клиентом 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персоналом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Оповещение клиентов о изменениях в различных сферах спортивного клуба.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оставлять и просматривать рецензии на различные сферы в спортивном клубе.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Современное оформление по общепринятым правилам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дизайна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различной информации о спортивном клубе. 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26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20786" y="0"/>
            <a:ext cx="7909901" cy="786775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lh6.googleusercontent.com/zDgZSpyHV2JvC_vhQh63IvisF72FUrpzN8sBglSgiFfpfC404k1UFRy0ceg9pFYdbQRSdBBFSarRKxF_Zg1Lxh6lBRXJzzpdNeLfafxohr6yr1pCjvrCoJSekuYlOCCGFGqGVyUX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787" y="786775"/>
            <a:ext cx="7909901" cy="488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49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1820" y="65539"/>
            <a:ext cx="9404723" cy="1400530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базы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https://lh3.googleusercontent.com/E8qCu_HVd3oT6NafayCN1tptNSLbP8vPPSNt9I3BPBLqmaDxzbExyCukl1-ndbzQCX73ZSNdQrWZyL9i9XyxHKPkqVoQC4fU9s88RA_4dY0YkHYpwlL0XOm1XVCXZLFLsLjNEOd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20" y="708139"/>
            <a:ext cx="8939323" cy="541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13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реализации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646111" y="1500737"/>
            <a:ext cx="4396339" cy="4195763"/>
          </a:xfrm>
        </p:spPr>
        <p:txBody>
          <a:bodyPr/>
          <a:lstStyle/>
          <a:p>
            <a:pPr marL="0" indent="0" fontAlgn="base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Редакторы исходного кода:</a:t>
            </a:r>
          </a:p>
          <a:p>
            <a:pPr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Brackets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Sublime Text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Notepad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Netbeans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5387592" y="1496255"/>
            <a:ext cx="4396341" cy="4200245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разработки: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186" y="2896785"/>
            <a:ext cx="3204463" cy="32044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471" y="3045008"/>
            <a:ext cx="3313207" cy="325938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890" y="3045008"/>
            <a:ext cx="2987493" cy="298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5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Окна регистрации и авторизации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8372" y="1395725"/>
            <a:ext cx="4395788" cy="37365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3312" y="5120576"/>
            <a:ext cx="2364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Окно авторизации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12" y="1395725"/>
            <a:ext cx="4389647" cy="3724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0707" y="5132322"/>
            <a:ext cx="326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Окно регистрации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744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Эксплуатация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6111" y="1380591"/>
            <a:ext cx="9404723" cy="195573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Исполнитель переносит проект на хостинг, заказчик предоставляет или покупает вместе с исполнителем доменное имя (адрес сайта) и сайт успешно доступен в сети.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в ТЗ были оговорены какие-либо предварительные работы по SEO продвижению сайтов, например, добавление сайта в вебмастера Яндекс и Google, создание HTML карты сайта, установка метрики и аналитики, то исполнитель их проводит.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643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6110" y="1471205"/>
            <a:ext cx="9404723" cy="42002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	В </a:t>
            </a:r>
            <a:r>
              <a:rPr lang="ru-RU" dirty="0"/>
              <a:t>ходе выполнения курсовой работы автором были поставлены и выполнены следующие цели:</a:t>
            </a:r>
            <a:endParaRPr lang="ru-RU" dirty="0"/>
          </a:p>
          <a:p>
            <a:r>
              <a:rPr lang="ru-RU" dirty="0"/>
              <a:t>Проведен анализ бизнес-процессов спортивного клуба, за счет чего были установлены требования для функционала веб-сайта.</a:t>
            </a:r>
            <a:endParaRPr lang="ru-RU" dirty="0"/>
          </a:p>
          <a:p>
            <a:r>
              <a:rPr lang="ru-RU" dirty="0"/>
              <a:t>Проведен анализ аналогов, в ходе которого установлены требования к внешнему дизайну приложения с целью сделать более конкурентоспособный и функциональный проект.</a:t>
            </a:r>
            <a:endParaRPr lang="ru-RU" dirty="0"/>
          </a:p>
          <a:p>
            <a:r>
              <a:rPr lang="ru-RU" dirty="0"/>
              <a:t>Было произведено проектирование, благодарю которому был выполнен официальный проект, который усовершенствовался по ходу разработки</a:t>
            </a:r>
            <a:endParaRPr lang="ru-RU" dirty="0"/>
          </a:p>
          <a:p>
            <a:r>
              <a:rPr lang="ru-RU" dirty="0"/>
              <a:t>Было выбрано программное обеспечение для разработки веб-сайта.</a:t>
            </a:r>
            <a:endParaRPr lang="ru-RU" dirty="0"/>
          </a:p>
          <a:p>
            <a:r>
              <a:rPr lang="ru-RU" dirty="0"/>
              <a:t>Был разработан код для веб-сайта.</a:t>
            </a:r>
            <a:endParaRPr lang="ru-RU" dirty="0"/>
          </a:p>
          <a:p>
            <a:r>
              <a:rPr lang="ru-RU" dirty="0"/>
              <a:t>Сайт протестирован с целью выявления ошибок и их исправлений.</a:t>
            </a:r>
            <a:endParaRPr lang="ru-RU" dirty="0"/>
          </a:p>
          <a:p>
            <a:r>
              <a:rPr lang="ru-RU" dirty="0"/>
              <a:t>Описана окончательная схема эксплуатации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951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108</TotalTime>
  <Words>299</Words>
  <Application>Microsoft Office PowerPoint</Application>
  <PresentationFormat>Широкоэкранный</PresentationFormat>
  <Paragraphs>68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Ион</vt:lpstr>
      <vt:lpstr>Презентация PowerPoint</vt:lpstr>
      <vt:lpstr>Цель и задачи</vt:lpstr>
      <vt:lpstr>Требования к разрабатываемому решению</vt:lpstr>
      <vt:lpstr>Схема UseCase</vt:lpstr>
      <vt:lpstr>Схема базы данных</vt:lpstr>
      <vt:lpstr>Инструменты реализации</vt:lpstr>
      <vt:lpstr>Окна регистрации и авторизации</vt:lpstr>
      <vt:lpstr>Эксплуатация</vt:lpstr>
      <vt:lpstr>Заключение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7</cp:revision>
  <dcterms:created xsi:type="dcterms:W3CDTF">2022-04-05T10:08:48Z</dcterms:created>
  <dcterms:modified xsi:type="dcterms:W3CDTF">2022-04-05T11:57:06Z</dcterms:modified>
</cp:coreProperties>
</file>